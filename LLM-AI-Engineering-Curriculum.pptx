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</p:sldIdLst>
  <p:notesMasterIdLst>
    <p:notesMasterId r:id="rId9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notesMaster" Target="notesMasters/notesMaster1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94</Slides>
  <Notes>94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94</vt:i4>
      </vt:variant>
    </vt:vector>
  </HeadingPairs>
  <TitlesOfParts>
    <vt:vector size="9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&amp; AI Engineering Hub</dc:title>
  <dc:subject>PptxGenJS Presentation</dc:subject>
  <dc:creator>Created by Marp</dc:creator>
  <cp:lastModifiedBy>Created by Marp</cp:lastModifiedBy>
  <cp:revision>1</cp:revision>
  <dcterms:created xsi:type="dcterms:W3CDTF">2026-06-13T19:59:22Z</dcterms:created>
  <dcterms:modified xsi:type="dcterms:W3CDTF">2026-06-13T19:59:22Z</dcterms:modified>
</cp:coreProperties>
</file>